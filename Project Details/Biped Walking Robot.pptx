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7" r:id="rId1"/>
  </p:sldMasterIdLst>
  <p:sldIdLst>
    <p:sldId id="256" r:id="rId2"/>
    <p:sldId id="257" r:id="rId3"/>
    <p:sldId id="258" r:id="rId4"/>
    <p:sldId id="268" r:id="rId5"/>
    <p:sldId id="260" r:id="rId6"/>
    <p:sldId id="271" r:id="rId7"/>
    <p:sldId id="262" r:id="rId8"/>
    <p:sldId id="269" r:id="rId9"/>
    <p:sldId id="272" r:id="rId10"/>
    <p:sldId id="27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5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8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3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2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6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3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2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0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0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0995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8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03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21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1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7BCE04-BC7A-4904-923B-5EDDF3732D4F}" type="datetimeFigureOut">
              <a:rPr lang="en-US" smtClean="0"/>
              <a:t>2026-08-24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4B002-BA29-4F9D-AA93-684A27A9B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55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A21D3-198E-9BED-F332-CFEC6B37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Biped Walking Robot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0C532-46BE-72C8-375C-5B6D77D77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By Gone Ramu</a:t>
            </a:r>
          </a:p>
        </p:txBody>
      </p:sp>
    </p:spTree>
    <p:extLst>
      <p:ext uri="{BB962C8B-B14F-4D97-AF65-F5344CB8AC3E}">
        <p14:creationId xmlns:p14="http://schemas.microsoft.com/office/powerpoint/2010/main" val="61218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5CBD-EEF8-577B-E26B-BCAFE48A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Aim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DC5F-73C3-E9B0-B1AD-EA97F424F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 make a 6 DOF Biped Walking Robot using Arduino Mega.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6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655B-7B48-CB6E-FAC3-DBC35B21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Apparatus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1927-3B5F-1BCC-D34F-EDA63D906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Hardware Tools 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Arduino Mega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Servo Shield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6 Servo Motors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Jumper wires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Arduino &amp; USB cable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 Battery Source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Screws and nuts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Clamps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4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4DA9-1232-0B85-3B68-BCFD6E1B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180A-E671-0FAB-1EE4-857E8B645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Apparatus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6452A-BE7B-B7A7-D1B2-502FE913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Tools 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Arduino IDE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Adafruit library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Arduino code of Biped Walking Robot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Biped Robot cad file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40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2D7C-C1AA-CC58-CFFE-81BB19E6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E8530-F81C-3682-2231-50E360011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Arrange 6 Servos in according to Biped Walking Robot structure along with  its parts.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Integrate 6 Servos with Servo Shield.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Now connect the 6 Servos and Servo shield to Arduino mega.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Connect Batteries to Servo shield for supplying the power.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Plan the Walking Strategy for Biped Robot.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After Gait planning , Open the Arduino IDE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Upload the Biped Walking Robot Code in to Arduino mega.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Biped Walking Robot is Done.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EAE77-C34D-D299-CEDE-D7EA53B3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56" y="1109172"/>
            <a:ext cx="6777244" cy="294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50B4DE-FAAC-938C-227D-1AD92F263E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17" r="-128"/>
          <a:stretch>
            <a:fillRect/>
          </a:stretch>
        </p:blipFill>
        <p:spPr>
          <a:xfrm>
            <a:off x="0" y="4049384"/>
            <a:ext cx="7659329" cy="29146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F56AA7-5C30-1053-7244-5631BC618ED3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Circuit Connection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53FFB-2805-F610-F646-20B47420C579}"/>
              </a:ext>
            </a:extLst>
          </p:cNvPr>
          <p:cNvSpPr txBox="1"/>
          <p:nvPr/>
        </p:nvSpPr>
        <p:spPr>
          <a:xfrm>
            <a:off x="793595" y="1981819"/>
            <a:ext cx="4473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6 Servos positions in Biped Robot and Their Labels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4A27A-E9F6-AFB7-9F2A-63D6F37AAE71}"/>
              </a:ext>
            </a:extLst>
          </p:cNvPr>
          <p:cNvSpPr txBox="1"/>
          <p:nvPr/>
        </p:nvSpPr>
        <p:spPr>
          <a:xfrm>
            <a:off x="7718321" y="5183528"/>
            <a:ext cx="475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6 Servos connection with </a:t>
            </a:r>
            <a:r>
              <a:rPr lang="en-US" dirty="0" err="1"/>
              <a:t>Servoshield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88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66CF-C39F-0DE0-F3CD-306D4D9F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Connection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EDAFA-7C9D-373D-F40C-37850A60F4F8}"/>
              </a:ext>
            </a:extLst>
          </p:cNvPr>
          <p:cNvSpPr txBox="1"/>
          <p:nvPr/>
        </p:nvSpPr>
        <p:spPr>
          <a:xfrm>
            <a:off x="7600335" y="3017082"/>
            <a:ext cx="44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Servoshield</a:t>
            </a:r>
            <a:r>
              <a:rPr lang="en-US" dirty="0"/>
              <a:t> connection with Batteries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F3BF01-458D-01C3-3A51-04744B341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55820"/>
              </p:ext>
            </p:extLst>
          </p:nvPr>
        </p:nvGraphicFramePr>
        <p:xfrm>
          <a:off x="7849417" y="3840918"/>
          <a:ext cx="3752648" cy="1133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324">
                  <a:extLst>
                    <a:ext uri="{9D8B030D-6E8A-4147-A177-3AD203B41FA5}">
                      <a16:colId xmlns:a16="http://schemas.microsoft.com/office/drawing/2014/main" val="2144702728"/>
                    </a:ext>
                  </a:extLst>
                </a:gridCol>
                <a:gridCol w="1876324">
                  <a:extLst>
                    <a:ext uri="{9D8B030D-6E8A-4147-A177-3AD203B41FA5}">
                      <a16:colId xmlns:a16="http://schemas.microsoft.com/office/drawing/2014/main" val="1585532940"/>
                    </a:ext>
                  </a:extLst>
                </a:gridCol>
              </a:tblGrid>
              <a:tr h="377861">
                <a:tc>
                  <a:txBody>
                    <a:bodyPr/>
                    <a:lstStyle/>
                    <a:p>
                      <a:r>
                        <a:rPr lang="en-US" dirty="0" err="1"/>
                        <a:t>Servoshield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Battery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775047"/>
                  </a:ext>
                </a:extLst>
              </a:tr>
              <a:tr h="377861"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637649"/>
                  </a:ext>
                </a:extLst>
              </a:tr>
              <a:tr h="377861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Cathode/GND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4206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BB19BC8-5F62-96C2-8E57-475F5DE1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" t="8890" b="32186"/>
          <a:stretch>
            <a:fillRect/>
          </a:stretch>
        </p:blipFill>
        <p:spPr>
          <a:xfrm>
            <a:off x="4159046" y="1883500"/>
            <a:ext cx="3057218" cy="40410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F632FA-6375-8338-325C-9D5AA6CB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4" r="27112"/>
          <a:stretch>
            <a:fillRect/>
          </a:stretch>
        </p:blipFill>
        <p:spPr>
          <a:xfrm>
            <a:off x="393292" y="2606021"/>
            <a:ext cx="3221094" cy="21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2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E7DA-E5BB-457E-C2AE-A902DD0B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CBB8-5D4B-39F8-BF91-D2755676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Connection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0FC08-A83D-52FE-67DA-4A44FD972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4" t="19137" r="21458" b="10697"/>
          <a:stretch>
            <a:fillRect/>
          </a:stretch>
        </p:blipFill>
        <p:spPr>
          <a:xfrm>
            <a:off x="229423" y="2818107"/>
            <a:ext cx="4257369" cy="2536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65EEE7-B6B3-DD16-14F0-F94CF115E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0" t="18638" b="20717"/>
          <a:stretch>
            <a:fillRect/>
          </a:stretch>
        </p:blipFill>
        <p:spPr>
          <a:xfrm>
            <a:off x="4892433" y="1853247"/>
            <a:ext cx="2773448" cy="41590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FB9F95-D55D-BA9E-8777-7703DC062F9A}"/>
              </a:ext>
            </a:extLst>
          </p:cNvPr>
          <p:cNvSpPr txBox="1"/>
          <p:nvPr/>
        </p:nvSpPr>
        <p:spPr>
          <a:xfrm>
            <a:off x="8071522" y="2012512"/>
            <a:ext cx="404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Servoshield</a:t>
            </a:r>
            <a:r>
              <a:rPr lang="en-US" dirty="0"/>
              <a:t> connection with Arduino Mega 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52C422D-4C14-1539-5C3A-72AB79012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817536"/>
              </p:ext>
            </p:extLst>
          </p:nvPr>
        </p:nvGraphicFramePr>
        <p:xfrm>
          <a:off x="7918241" y="3032474"/>
          <a:ext cx="3909963" cy="219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453">
                  <a:extLst>
                    <a:ext uri="{9D8B030D-6E8A-4147-A177-3AD203B41FA5}">
                      <a16:colId xmlns:a16="http://schemas.microsoft.com/office/drawing/2014/main" val="2144702728"/>
                    </a:ext>
                  </a:extLst>
                </a:gridCol>
                <a:gridCol w="1823510">
                  <a:extLst>
                    <a:ext uri="{9D8B030D-6E8A-4147-A177-3AD203B41FA5}">
                      <a16:colId xmlns:a16="http://schemas.microsoft.com/office/drawing/2014/main" val="1585532940"/>
                    </a:ext>
                  </a:extLst>
                </a:gridCol>
              </a:tblGrid>
              <a:tr h="653024">
                <a:tc>
                  <a:txBody>
                    <a:bodyPr/>
                    <a:lstStyle/>
                    <a:p>
                      <a:r>
                        <a:rPr lang="en-US" dirty="0" err="1"/>
                        <a:t>Servoshield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Arduino mega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775047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637649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42066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r>
                        <a:rPr lang="en-US" dirty="0"/>
                        <a:t>SDL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766715"/>
                  </a:ext>
                </a:extLst>
              </a:tr>
              <a:tr h="385502">
                <a:tc>
                  <a:txBody>
                    <a:bodyPr/>
                    <a:lstStyle/>
                    <a:p>
                      <a:r>
                        <a:rPr lang="en-US" dirty="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08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046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32DF-3427-F20E-C6A1-83EF71C7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Biped Walking Gait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86F32-9BED-8A2C-6F46-68F4DE86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58" t="25950" r="13387" b="23727"/>
          <a:stretch>
            <a:fillRect/>
          </a:stretch>
        </p:blipFill>
        <p:spPr>
          <a:xfrm>
            <a:off x="1248697" y="2217309"/>
            <a:ext cx="9065342" cy="345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8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2CCF-A088-3A6F-7E32-5807B307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Biped Walking Strategy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EB6F7-4CB5-8B63-8276-BA6ED4D65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1" t="19068" r="21613" b="6601"/>
          <a:stretch>
            <a:fillRect/>
          </a:stretch>
        </p:blipFill>
        <p:spPr>
          <a:xfrm>
            <a:off x="1128444" y="1543663"/>
            <a:ext cx="9085007" cy="50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2F7E-8D05-6A28-D273-F9569609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BC8C-C21C-59F0-64A3-FB028CA6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098C9-3511-5462-0DBE-ADD33A475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we made 6 – DOF Biped Walking Robot</a:t>
            </a:r>
          </a:p>
          <a:p>
            <a:pPr marL="0" indent="0">
              <a:buNone/>
            </a:pPr>
            <a:r>
              <a:rPr lang="en-US" dirty="0"/>
              <a:t> using Arduino Mega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B24D6-9E3B-F899-05D4-C507CD67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0" t="10897" b="16989"/>
          <a:stretch>
            <a:fillRect/>
          </a:stretch>
        </p:blipFill>
        <p:spPr>
          <a:xfrm>
            <a:off x="8112522" y="1677845"/>
            <a:ext cx="3874662" cy="494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62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214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Century Gothic</vt:lpstr>
      <vt:lpstr>Wingdings</vt:lpstr>
      <vt:lpstr>Wingdings 3</vt:lpstr>
      <vt:lpstr>Ion</vt:lpstr>
      <vt:lpstr>Biped Walking Robot </vt:lpstr>
      <vt:lpstr>Project Aim </vt:lpstr>
      <vt:lpstr>Apparatus Required</vt:lpstr>
      <vt:lpstr>Apparatus Required</vt:lpstr>
      <vt:lpstr>Procedure</vt:lpstr>
      <vt:lpstr>PowerPoint Presentation</vt:lpstr>
      <vt:lpstr>Circuit Connection </vt:lpstr>
      <vt:lpstr>Circuit Connection</vt:lpstr>
      <vt:lpstr>Biped Walking Gait</vt:lpstr>
      <vt:lpstr>Biped Walking Strategy 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RAMU GONE</dc:creator>
  <cp:lastModifiedBy>RAMU GONE</cp:lastModifiedBy>
  <cp:revision>7</cp:revision>
  <dcterms:created xsi:type="dcterms:W3CDTF">2026-08-22T00:29:08Z</dcterms:created>
  <dcterms:modified xsi:type="dcterms:W3CDTF">2026-08-24T11:42:04Z</dcterms:modified>
</cp:coreProperties>
</file>